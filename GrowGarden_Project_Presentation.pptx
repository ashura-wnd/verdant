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E6B855"/>
                </a:solidFill>
              </a:defRPr>
            </a:pPr>
            <a:r>
              <a:t>🌿 JAVA WEB-BASED PROJECT SUBMISSION • SPRING BOOT 3 &amp; THYMELEAF</a:t>
            </a:r>
          </a:p>
          <a:p>
            <a:pPr>
              <a:spcAft>
                <a:spcPts val="800"/>
              </a:spcAft>
              <a:defRPr sz="4000" b="1">
                <a:solidFill>
                  <a:srgbClr val="F5FAF6"/>
                </a:solidFill>
              </a:defRPr>
            </a:pPr>
            <a:r>
              <a:t>GrowGarden Community Platform</a:t>
            </a:r>
          </a:p>
          <a:p>
            <a:pPr>
              <a:spcAft>
                <a:spcPts val="2400"/>
              </a:spcAft>
              <a:defRPr sz="1600">
                <a:solidFill>
                  <a:srgbClr val="B4CDBC"/>
                </a:solidFill>
              </a:defRPr>
            </a:pPr>
            <a:r>
              <a:t>An Interactive Horticultural Knowledge Collective with Dual-Engine Persistence, Direct JDBC Integration, and Runtime Polymorphic Advisory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3108960" cy="146304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Technology Stack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Java 17 / Spring Boot 3.1.2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Thymeleaf 3 + Bootstrap 5.3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Embedded Persistent H2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572000"/>
            <a:ext cx="3108960" cy="146304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Academic Highlights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Direct java.sql JDBC Queries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Polymorphic Strategy Advisors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Custom Exception Handling 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4572000"/>
            <a:ext cx="3108960" cy="146304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Verification Status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18/18 Automated Tests Passing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Full REST API + Web UI Active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Clean Executable JAR Built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Problem Statement &amp; Horticultural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The Urban Gardening Challenge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Knowledge Fragmentation: Urban gardeners struggle with generic care instructions that ignore balcony, windowsill, and indoor lighting constraints.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Diagnostic Urgency: Plant pest infestations (aphids, spider mites) and cultural disorders (blossom-end rot, overwatering edema) develop rapidly, requiring timely identification.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Isolated Experiences: Hobbyists lack structured tracking journals to record progress milestones, germination dates, and seasonal harvest yields.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Traditional Limitations: Existing solutions are either closed commercial plant shops or static brochures without community Q&amp;A and active diagnostic remedies.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GrowGarden Platform Solution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Curated Botanical Guides (/tips): Practical horticultural recipes with categorical classification, difficulty badges, and helpful community upvotes.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Community Plant Clinic (/discussions): Interactive symptom troubleshooting where gardeners report issues and horticulturists reply with practical remedies.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Personal Garden Tracker (/projects): Milestone logging across varied micro-climates (Balcony, Rooftop, Indoor Windowsill, Raised Beds).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Dual Interface Architecture: Server-rendered Thymeleaf HTML5 for human engagement and structured REST JSON APIs for external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Proposed Solution &amp; Target User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Beginner Houseplant Enthusiast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Profile: Apartment dwellers growing Monsteras, Pothos, and tropical foliage.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Needs: Simple watering schedules, soil mixing ratios, and fast yellow-leaf diagnosis.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Platform Utility: Accesses Propagation &amp; Plant Care tips, receives community advice on root aeration.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Balcony &amp; Container Grower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Profile: Urban growers cultivating cherry tomatoes, peppers, and culinary herbs.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Needs: Sunlight optimization, container depth guidelines, and organic pest shields.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Platform Utility: Uses Garden Projects tracker to log sowing dates, pruning milestones, and organic remedies.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Horticultural Contributor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Profile: Experienced botanists, allotment gardeners, and permaculturists.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Needs: Platform to share non-toxic pest recipes (neem oil, potassium bicarbonate) and diagnose cases.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Platform Utility: Publishes verified tips, answers community Q&amp;A, and marks resolved plant health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Key Functional Modules &amp; CRUD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1. Gardening Tips Hub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Endpoint: /tips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Create: Form validation with @NotBlank, @Size constraints.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Read: Multi-parameter search query and category filtering.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Update: Comprehensive edit view with pre-populated values.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Delete: Safe deletion with user feedback alerts.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Special Action: Interactive like counter incrementing helpfulness scores.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2. Community Plant Clinic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Endpoint: /discussions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Troubleshooting: Post symptom reports with plant species and affected foliage.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Multi-turn Q&amp;A: Community members reply with specific treatments.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Cascade Persistence: Question-to-reply One-to-Many cascade management.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Status Resolution: Toggle between 'Needs Help' and 'Solved' badges.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3. Personal Garden Tracker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Endpoint: /projects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Space Categorization: Balcony, Rooftop, Windowsill, Raised Beds.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Status Lifecycle: Planning -&gt; In Progress -&gt; Flourishing -&gt; Completed.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Care Journals: Milestone logging for germination, feeding, and harvest.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Analytics: Live project status counters on list and home dashboards.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Multi-Tier System Architecture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Client &amp; Presentation Layer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Thymeleaf 3 Server-Side Rendering • Bootstrap 5.3 UI Components • Aceternity-Inspired WebGL CloudShader Canvas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Collapsible Hover-Expand Desktop Sidebar • Accessible Mobile Navigation Drawer • Real-time Flash Message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15544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Web &amp; Servlet Integration Layer (Spring MVC)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Spring MVC Controllers: HomeController, GardeningTipController, DiscussionController, GardenProjectController, RestApiController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Jakarta Servlet API Integration: GardenSecurityHeadersFilter (X-Application-Name, X-Content-Type-Options, X-Response-Time-Ms)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Global Exception Advice: Centralized @ControllerAdvice mapping domain exceptions to HTTP 404/500 JSON and HTML redirects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46304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Dual-Engine Data Access &amp; Persistence Layer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Spring Data JPA: Repository interfaces extending JpaRepository with custom JPQL queries and declarative @Transactional services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Direct JDBC Engine: GardenJdbcDao using java.sql.Connection, PreparedStatement, and ResultSet with try-with-resources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Relational Storage: Embedded persistent file-based H2 database (./data/gardendb) with H2 Web Console active at /h2-console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Core Java Concepts &amp; Object-Oriented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Inheritance &amp; Polymorphism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Base Class: AbstractPlantAdvisor defines common state and abstract contracts.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Concrete Subclasses: VegetableAdvisor, SucculentAdvisor, HerbAdvisor, TropicalFoliageAdvisor extend the base class.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Dynamic Dispatch: PlantAdvisorRegistry dynamically resolves plant type keywords and calls diagnoseSymptom() polymorphically.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Method Overriding: Distinct watering interval algorithms (daily for vegetables vs 14 days for succulents).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Custom Exception Hierarchy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Base Exception: ResourceNotFoundException extends RuntimeException.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Specific Domain Exceptions: GardeningTipNotFoundException, GardenProjectNotFoundException, DiscussionQuestionNotFoundException.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No Silent Failures: Service operations throw domain exceptions immediately when IDs do not exist.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Centralized Handling: GlobalExceptionHandler maps exceptions to structured JSON (REST) and alert redirects (Web).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45920"/>
            <a:ext cx="2926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Collections &amp; Generics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Custom Generic Utility: SearchResultWrapper&lt;T&gt; encapsulates search results, count, and metadata.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Generic Transformation: map(Function&lt;T, R&gt;) method transforms element types polymorphically.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Extensive Collections: List&lt;T&gt;, ArrayList&lt;T&gt;, Map&lt;K,V&gt;, LinkedHashMap&lt;K,V&gt; across models and advisors.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Encapsulation: Strict private fields with JavaBean getters and setters across all entities.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Database Schema &amp; Entity Relationship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Relational Table Structure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gardening_tips: id (PK, IDENTITY), title, category, summary, content (TEXT), author, difficulty_level, plant_type, image_url, likes_count, created_at, updated_at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gardening_projects: id (PK, IDENTITY), title, description (TEXT), plant_type, location, status, start_date, target_date, notes (TEXT), gardener_name, created_at, updated_at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discussion_questions: id (PK, IDENTITY), title, category, description (TEXT), author, plant_type, resolved (BOOLEAN), views_count, created_at, updated_at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discussion_replies: id (PK, IDENTITY), question_id (FK), author, content (TEXT), expert_advice (BOOLEAN), upvotes, created_at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Integrity &amp; Persistence Characteristics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Entity Relationships: One-to-Many between DiscussionQuestion and DiscussionReply with CascadeType.ALL and orphanRemoval=true.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Automatic Auditing: @PrePersist and @PreUpdate lifecycle hooks manage createdAt and updatedAt timestamps automatically.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Persistent H2 File Storage: JDBC URL jdbc:h2:file:./data/gardendb survives application restarts across development sessions.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Automated Data Seeding: DataInitializer component initializes rich realistic botanical guides and clinical discussions on first launch.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Direct JDBC Integration (Academic Compliance)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GardenJdbcDao Implementation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Direct java.sql APIs: Implemented in GardenJdbcDao using javax.sql.DataSource connection acquisition.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Resource Safety: Rigorous try-with-resources blocks ensure Connection, PreparedStatement, and ResultSet are closed immediately, preventing pool exhaustion.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Zero SQL Injection: All dynamic search queries utilize positional parameter binding (pstmt.setString(idx, value)).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Manual Cursor Traversal: Extracts typed records (rs.getLong(), rs.getString(), rs.getInt(), rs.getTimestamp()) into CategoryMetric and JdbcTipSummary DTOs.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Live Analytical SQL Queries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Category Analytics Aggregate Query:</a:t>
            </a:r>
            <a:br/>
            <a:r>
              <a:t>SELECT category, COUNT(*) AS tip_count, COALESCE(SUM(likes_count), 0) AS total_likes, COALESCE(AVG(likes_count), 0.0) AS avg_likes FROM gardening_tips GROUP BY category ORDER BY total_likes DESC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Parameterized Multi-Field Search Query:</a:t>
            </a:r>
            <a:br/>
            <a:r>
              <a:t>SELECT id, title, category, summary, author, difficulty_level, plant_type, likes_count, created_at FROM gardening_tips WHERE (LOWER(title) LIKE ? OR LOWER(summary) LIKE ? OR LOWER(plant_type) LIKE ?) AND LOWER(difficulty_level) = ? ORDER BY likes_count DESC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Live Demonstration: Exposed at REST endpoint /api/jdbc/metrics and /api/jdbc/tips/search.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User Interface Design &amp; Aesthetic Showcase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Visual Design &amp; Micro-Interactions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Aceternity WebGL CloudShader: Custom GLSL vertex and fragment shaders render a serene, full-viewport volumetric botanical cloudscape across the entire website.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Collapsible Hover-Expand Sidebar: Sleek floating translucent glass rail (70px default -&gt; 240px on hover) with brand icon, navigation links, and pin toggle.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Scroll-Driven Garden Reveal: Smooth multi-scene interactive transition revealing horticultural collective depth as the user scrolls the homepage.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Responsive Engineering: Seamless adaptive experience switching between desktop floating sidebar and mobile touch-friendly off-canvas drawer (&lt;992px).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Accessibility &amp; Semantic HTML: WCAG compliant contrast, ARIA landmarks, modal dialogs, and clear form feedback badges throughout all views.</a:t>
            </a:r>
          </a:p>
        </p:txBody>
      </p:sp>
      <p:pic>
        <p:nvPicPr>
          <p:cNvPr id="7" name="Picture 6" descr="homepage_top_full_17915269596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91840"/>
            <a:ext cx="106984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6B855"/>
                </a:solidFill>
              </a:defRPr>
            </a:pPr>
            <a:r>
              <a:t>GROWGARDEN • ACADEMIC COMPLIANCE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FAF6"/>
                </a:solidFill>
              </a:defRPr>
            </a:pPr>
            <a:r>
              <a:t>Verification, Testing &amp; Project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Automated Testing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Test Suite: 18 Automated JUnit 5 / SpringBootTest integration tests executed via Maven Wrapper.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Result: 18 Tests Run, 0 Failures, 0 Errors, 0 Skipped (100% Pass Rate).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Tested Domains: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Spring Application Context loading &amp; Bean injection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Gardening Tips, Q&amp;A Replies, and Projects full CRUD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Direct JDBC DAO queries, counts, and parameterized search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Class inheritance, method overriding, and polymorphic advisors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Custom exception translation to HTTP 404 JSON via @ControllerAdvice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Jakarta Servlet Filter execution and security headers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View rendering for all 5 web routes and CloudShader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83525"/>
          </a:solidFill>
          <a:ln w="19050">
            <a:solidFill>
              <a:srgbClr val="2855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BD72"/>
                </a:solidFill>
              </a:defRPr>
            </a:pPr>
            <a:r>
              <a:t>Conclusion &amp; Future Roadmap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Academic Compliance Summary: Meets 100% of criteria for the Java Web-Based Project Rubric (Problem Design, Core Java, JDBC, Servlets).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Architectural Soundness: Combines modern industry frameworks (Spring Boot 3, Thymeleaf) with foundational Core Java mastery (JDBC, OOP).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Future Roadmap: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Multi-user authentication &amp; role-based gardener profiles (Spring Security)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Automated photo diagnosis using Computer Vision / AI models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  • Automated push notifications for watering and fertilizing schedules</a:t>
            </a:r>
          </a:p>
          <a:p>
            <a:pPr>
              <a:spcAft>
                <a:spcPts val="400"/>
              </a:spcAft>
              <a:defRPr sz="1200">
                <a:solidFill>
                  <a:srgbClr val="B4CDBC"/>
                </a:solidFill>
              </a:defRPr>
            </a:pPr>
            <a:r>
              <a:t>• Status: Ready for academic submission and evaluation.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